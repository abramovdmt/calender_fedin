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48150" cy="8953500"/>
  <p:notesSz cx="8953500" cy="4248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52875" cy="89535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3" name="Shape 1"/>
          <p:cNvSpPr/>
          <p:nvPr/>
        </p:nvSpPr>
        <p:spPr>
          <a:xfrm>
            <a:off x="266700" y="457200"/>
            <a:ext cx="3419475" cy="8039100"/>
          </a:xfrm>
          <a:prstGeom prst="roundRect">
            <a:avLst>
              <a:gd name="adj" fmla="val 12813"/>
            </a:avLst>
          </a:prstGeom>
          <a:solidFill>
            <a:srgbClr val="FAF6F0"/>
          </a:solidFill>
          <a:ln/>
          <a:effectLst>
            <a:outerShdw sx="100000" sy="100000" kx="0" ky="0" algn="bl" rotWithShape="0" blurRad="857250" dist="476250" dir="5400000">
              <a:srgbClr val="2D2014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52450" y="647700"/>
            <a:ext cx="3658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" kern="0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2943225" y="776288"/>
            <a:ext cx="28575" cy="47625"/>
          </a:xfrm>
          <a:prstGeom prst="roundRect">
            <a:avLst>
              <a:gd name="adj" fmla="val 33333"/>
            </a:avLst>
          </a:prstGeom>
          <a:solidFill>
            <a:srgbClr val="302720"/>
          </a:solidFill>
          <a:ln/>
        </p:spPr>
      </p:sp>
      <p:sp>
        <p:nvSpPr>
          <p:cNvPr id="6" name="Shape 4"/>
          <p:cNvSpPr/>
          <p:nvPr/>
        </p:nvSpPr>
        <p:spPr>
          <a:xfrm>
            <a:off x="2990850" y="757238"/>
            <a:ext cx="28575" cy="66675"/>
          </a:xfrm>
          <a:prstGeom prst="roundRect">
            <a:avLst>
              <a:gd name="adj" fmla="val 33333"/>
            </a:avLst>
          </a:prstGeom>
          <a:solidFill>
            <a:srgbClr val="302720"/>
          </a:solidFill>
          <a:ln/>
        </p:spPr>
      </p:sp>
      <p:sp>
        <p:nvSpPr>
          <p:cNvPr id="7" name="Shape 5"/>
          <p:cNvSpPr/>
          <p:nvPr/>
        </p:nvSpPr>
        <p:spPr>
          <a:xfrm>
            <a:off x="3038475" y="738188"/>
            <a:ext cx="28575" cy="85725"/>
          </a:xfrm>
          <a:prstGeom prst="roundRect">
            <a:avLst>
              <a:gd name="adj" fmla="val 33333"/>
            </a:avLst>
          </a:prstGeom>
          <a:solidFill>
            <a:srgbClr val="302720"/>
          </a:solidFill>
          <a:ln/>
        </p:spPr>
      </p:sp>
      <p:sp>
        <p:nvSpPr>
          <p:cNvPr id="8" name="Shape 6"/>
          <p:cNvSpPr/>
          <p:nvPr/>
        </p:nvSpPr>
        <p:spPr>
          <a:xfrm>
            <a:off x="3086100" y="719138"/>
            <a:ext cx="28575" cy="104775"/>
          </a:xfrm>
          <a:prstGeom prst="roundRect">
            <a:avLst>
              <a:gd name="adj" fmla="val 33333"/>
            </a:avLst>
          </a:prstGeom>
          <a:solidFill>
            <a:srgbClr val="302720"/>
          </a:solidFill>
          <a:ln/>
        </p:spPr>
      </p:sp>
      <p:sp>
        <p:nvSpPr>
          <p:cNvPr id="9" name="Shape 7"/>
          <p:cNvSpPr/>
          <p:nvPr/>
        </p:nvSpPr>
        <p:spPr>
          <a:xfrm>
            <a:off x="3171825" y="714375"/>
            <a:ext cx="228600" cy="114300"/>
          </a:xfrm>
          <a:prstGeom prst="roundRect">
            <a:avLst>
              <a:gd name="adj" fmla="val 25000"/>
            </a:avLst>
          </a:prstGeom>
          <a:ln w="9525">
            <a:solidFill>
              <a:srgbClr val="3027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5638" y="738188"/>
            <a:ext cx="135731" cy="66675"/>
          </a:xfrm>
          <a:prstGeom prst="roundRect">
            <a:avLst>
              <a:gd name="adj" fmla="val 14286"/>
            </a:avLst>
          </a:prstGeom>
          <a:solidFill>
            <a:srgbClr val="302720"/>
          </a:solidFill>
          <a:ln/>
        </p:spPr>
      </p:sp>
      <p:sp>
        <p:nvSpPr>
          <p:cNvPr id="11" name="Shape 9"/>
          <p:cNvSpPr/>
          <p:nvPr/>
        </p:nvSpPr>
        <p:spPr>
          <a:xfrm>
            <a:off x="3400425" y="757238"/>
            <a:ext cx="19050" cy="47625"/>
          </a:xfrm>
          <a:prstGeom prst="rect">
            <a:avLst/>
          </a:prstGeom>
          <a:solidFill>
            <a:srgbClr val="30272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" y="1033462"/>
            <a:ext cx="361950" cy="361950"/>
          </a:xfrm>
          <a:prstGeom prst="roundRect">
            <a:avLst>
              <a:gd name="adj" fmla="val 34211"/>
            </a:avLst>
          </a:prstGeom>
          <a:solidFill>
            <a:srgbClr val="FFFDFA"/>
          </a:solidFill>
          <a:ln w="9525">
            <a:solidFill>
              <a:srgbClr val="E4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825" y="1052512"/>
            <a:ext cx="304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12119" y="1028700"/>
            <a:ext cx="5286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-15" kern="0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712119" y="1238250"/>
            <a:ext cx="5286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14675" y="1033462"/>
            <a:ext cx="361950" cy="361950"/>
          </a:xfrm>
          <a:prstGeom prst="roundRect">
            <a:avLst>
              <a:gd name="adj" fmla="val 34211"/>
            </a:avLst>
          </a:prstGeom>
          <a:solidFill>
            <a:srgbClr val="FFFDFA"/>
          </a:solidFill>
          <a:ln w="9525">
            <a:solidFill>
              <a:srgbClr val="E4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3250" y="1052512"/>
            <a:ext cx="304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6250" y="1552575"/>
            <a:ext cx="1643807" cy="790575"/>
          </a:xfrm>
          <a:prstGeom prst="roundRect">
            <a:avLst>
              <a:gd name="adj" fmla="val 21687"/>
            </a:avLst>
          </a:prstGeom>
          <a:solidFill>
            <a:srgbClr val="FFFDFA"/>
          </a:solidFill>
          <a:ln w="9525">
            <a:solidFill>
              <a:srgbClr val="E4DF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650" y="1685925"/>
            <a:ext cx="14729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5" kern="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8650" y="1847850"/>
            <a:ext cx="147290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spc="-37" kern="0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106 500 ₽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2215307" y="1552575"/>
            <a:ext cx="1261318" cy="790575"/>
          </a:xfrm>
          <a:prstGeom prst="roundRect">
            <a:avLst>
              <a:gd name="adj" fmla="val 21687"/>
            </a:avLst>
          </a:prstGeom>
          <a:solidFill>
            <a:srgbClr val="FFFDFA"/>
          </a:solidFill>
          <a:ln w="9525">
            <a:solidFill>
              <a:srgbClr val="E4DF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67707" y="1685925"/>
            <a:ext cx="10327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5" kern="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367707" y="1847850"/>
            <a:ext cx="10327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spc="-37" kern="0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2367707" y="2162175"/>
            <a:ext cx="956518" cy="47625"/>
          </a:xfrm>
          <a:prstGeom prst="roundRect">
            <a:avLst>
              <a:gd name="adj" fmla="val 50000"/>
            </a:avLst>
          </a:prstGeom>
          <a:solidFill>
            <a:srgbClr val="FFDFCC"/>
          </a:solidFill>
          <a:ln/>
        </p:spPr>
      </p:sp>
      <p:sp>
        <p:nvSpPr>
          <p:cNvPr id="25" name="Shape 23"/>
          <p:cNvSpPr/>
          <p:nvPr/>
        </p:nvSpPr>
        <p:spPr>
          <a:xfrm>
            <a:off x="2367707" y="2162175"/>
            <a:ext cx="449461" cy="47625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" y="2495550"/>
            <a:ext cx="3000375" cy="419100"/>
          </a:xfrm>
          <a:prstGeom prst="roundRect">
            <a:avLst>
              <a:gd name="adj" fmla="val 31818"/>
            </a:avLst>
          </a:prstGeom>
          <a:solidFill>
            <a:srgbClr val="FFFDFA"/>
          </a:solidFill>
          <a:ln w="9525">
            <a:solidFill>
              <a:srgbClr val="E4DF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875" y="2543175"/>
            <a:ext cx="1433513" cy="323850"/>
          </a:xfrm>
          <a:prstGeom prst="roundRect">
            <a:avLst>
              <a:gd name="adj" fmla="val 29412"/>
            </a:avLst>
          </a:prstGeom>
          <a:solidFill>
            <a:srgbClr val="302720"/>
          </a:solidFill>
          <a:ln/>
        </p:spPr>
      </p:sp>
      <p:sp>
        <p:nvSpPr>
          <p:cNvPr id="28" name="Text 26"/>
          <p:cNvSpPr/>
          <p:nvPr/>
        </p:nvSpPr>
        <p:spPr>
          <a:xfrm>
            <a:off x="485775" y="2628900"/>
            <a:ext cx="15097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57388" y="2628900"/>
            <a:ext cx="15097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950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812304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262658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713012" y="3086100"/>
            <a:ext cx="526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163514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2613868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064222" y="3086100"/>
            <a:ext cx="526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400050" y="3305175"/>
            <a:ext cx="3152775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3305175"/>
            <a:ext cx="9525" cy="429577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39" name="Shape 37"/>
          <p:cNvSpPr/>
          <p:nvPr/>
        </p:nvSpPr>
        <p:spPr>
          <a:xfrm>
            <a:off x="409575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40" name="Shape 38"/>
          <p:cNvSpPr/>
          <p:nvPr/>
        </p:nvSpPr>
        <p:spPr>
          <a:xfrm>
            <a:off x="849064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41" name="Text 39"/>
          <p:cNvSpPr/>
          <p:nvPr/>
        </p:nvSpPr>
        <p:spPr>
          <a:xfrm>
            <a:off x="476250" y="3362325"/>
            <a:ext cx="1300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858589" y="331470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58589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44" name="Shape 42"/>
          <p:cNvSpPr/>
          <p:nvPr/>
        </p:nvSpPr>
        <p:spPr>
          <a:xfrm>
            <a:off x="1298079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45" name="Text 43"/>
          <p:cNvSpPr/>
          <p:nvPr/>
        </p:nvSpPr>
        <p:spPr>
          <a:xfrm>
            <a:off x="925264" y="3362325"/>
            <a:ext cx="1503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925264" y="40362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47" name="Text 45"/>
          <p:cNvSpPr/>
          <p:nvPr/>
        </p:nvSpPr>
        <p:spPr>
          <a:xfrm>
            <a:off x="1068139" y="4005262"/>
            <a:ext cx="241697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8.5к</a:t>
            </a:r>
            <a:endParaRPr lang="en-US" sz="713" dirty="0"/>
          </a:p>
        </p:txBody>
      </p:sp>
      <p:sp>
        <p:nvSpPr>
          <p:cNvPr id="48" name="Shape 46"/>
          <p:cNvSpPr/>
          <p:nvPr/>
        </p:nvSpPr>
        <p:spPr>
          <a:xfrm>
            <a:off x="1307604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49" name="Shape 47"/>
          <p:cNvSpPr/>
          <p:nvPr/>
        </p:nvSpPr>
        <p:spPr>
          <a:xfrm>
            <a:off x="1747093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50" name="Text 48"/>
          <p:cNvSpPr/>
          <p:nvPr/>
        </p:nvSpPr>
        <p:spPr>
          <a:xfrm>
            <a:off x="1374279" y="3362325"/>
            <a:ext cx="1513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1756618" y="3314700"/>
            <a:ext cx="449014" cy="857250"/>
          </a:xfrm>
          <a:prstGeom prst="rect">
            <a:avLst/>
          </a:prstGeom>
          <a:solidFill>
            <a:srgbClr val="BA4545">
              <a:alpha val="1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756618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53" name="Shape 51"/>
          <p:cNvSpPr/>
          <p:nvPr/>
        </p:nvSpPr>
        <p:spPr>
          <a:xfrm>
            <a:off x="2196108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54" name="Text 52"/>
          <p:cNvSpPr/>
          <p:nvPr/>
        </p:nvSpPr>
        <p:spPr>
          <a:xfrm>
            <a:off x="1823293" y="3362325"/>
            <a:ext cx="154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2205633" y="331470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205633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57" name="Shape 55"/>
          <p:cNvSpPr/>
          <p:nvPr/>
        </p:nvSpPr>
        <p:spPr>
          <a:xfrm>
            <a:off x="2645122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58" name="Text 56"/>
          <p:cNvSpPr/>
          <p:nvPr/>
        </p:nvSpPr>
        <p:spPr>
          <a:xfrm>
            <a:off x="2272308" y="3362325"/>
            <a:ext cx="1504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2272308" y="40362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60" name="Text 58"/>
          <p:cNvSpPr/>
          <p:nvPr/>
        </p:nvSpPr>
        <p:spPr>
          <a:xfrm>
            <a:off x="2415183" y="4005262"/>
            <a:ext cx="29200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10.2к</a:t>
            </a:r>
            <a:endParaRPr lang="en-US" sz="713" dirty="0"/>
          </a:p>
        </p:txBody>
      </p:sp>
      <p:sp>
        <p:nvSpPr>
          <p:cNvPr id="61" name="Shape 59"/>
          <p:cNvSpPr/>
          <p:nvPr/>
        </p:nvSpPr>
        <p:spPr>
          <a:xfrm>
            <a:off x="2654647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62" name="Shape 60"/>
          <p:cNvSpPr/>
          <p:nvPr/>
        </p:nvSpPr>
        <p:spPr>
          <a:xfrm>
            <a:off x="3094137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63" name="Text 61"/>
          <p:cNvSpPr/>
          <p:nvPr/>
        </p:nvSpPr>
        <p:spPr>
          <a:xfrm>
            <a:off x="2721322" y="3362325"/>
            <a:ext cx="1556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3103662" y="3314700"/>
            <a:ext cx="449014" cy="857250"/>
          </a:xfrm>
          <a:prstGeom prst="rect">
            <a:avLst/>
          </a:prstGeom>
          <a:solidFill>
            <a:srgbClr val="BA4545">
              <a:alpha val="1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103662" y="4162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66" name="Shape 64"/>
          <p:cNvSpPr/>
          <p:nvPr/>
        </p:nvSpPr>
        <p:spPr>
          <a:xfrm>
            <a:off x="3543151" y="3314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67" name="Text 65"/>
          <p:cNvSpPr/>
          <p:nvPr/>
        </p:nvSpPr>
        <p:spPr>
          <a:xfrm>
            <a:off x="3170337" y="3362325"/>
            <a:ext cx="1556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887164" y="3600450"/>
            <a:ext cx="1289893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53839" y="3629025"/>
            <a:ext cx="48175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</a:t>
            </a:r>
            <a:endParaRPr lang="en-US" sz="788" dirty="0"/>
          </a:p>
        </p:txBody>
      </p:sp>
      <p:sp>
        <p:nvSpPr>
          <p:cNvPr id="70" name="Shape 68"/>
          <p:cNvSpPr/>
          <p:nvPr/>
        </p:nvSpPr>
        <p:spPr>
          <a:xfrm>
            <a:off x="2234208" y="3600450"/>
            <a:ext cx="1289893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300883" y="3629025"/>
            <a:ext cx="3533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Ольга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409575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73" name="Shape 71"/>
          <p:cNvSpPr/>
          <p:nvPr/>
        </p:nvSpPr>
        <p:spPr>
          <a:xfrm>
            <a:off x="849064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74" name="Text 72"/>
          <p:cNvSpPr/>
          <p:nvPr/>
        </p:nvSpPr>
        <p:spPr>
          <a:xfrm>
            <a:off x="476250" y="4219575"/>
            <a:ext cx="15195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75" name="Shape 73"/>
          <p:cNvSpPr/>
          <p:nvPr/>
        </p:nvSpPr>
        <p:spPr>
          <a:xfrm>
            <a:off x="858589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76" name="Shape 74"/>
          <p:cNvSpPr/>
          <p:nvPr/>
        </p:nvSpPr>
        <p:spPr>
          <a:xfrm>
            <a:off x="1298079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77" name="Text 75"/>
          <p:cNvSpPr/>
          <p:nvPr/>
        </p:nvSpPr>
        <p:spPr>
          <a:xfrm>
            <a:off x="925264" y="4219575"/>
            <a:ext cx="152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75" dirty="0"/>
          </a:p>
        </p:txBody>
      </p:sp>
      <p:sp>
        <p:nvSpPr>
          <p:cNvPr id="78" name="Shape 76"/>
          <p:cNvSpPr/>
          <p:nvPr/>
        </p:nvSpPr>
        <p:spPr>
          <a:xfrm>
            <a:off x="1307604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79" name="Shape 77"/>
          <p:cNvSpPr/>
          <p:nvPr/>
        </p:nvSpPr>
        <p:spPr>
          <a:xfrm>
            <a:off x="1747093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80" name="Text 78"/>
          <p:cNvSpPr/>
          <p:nvPr/>
        </p:nvSpPr>
        <p:spPr>
          <a:xfrm>
            <a:off x="1374279" y="4219575"/>
            <a:ext cx="20999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1374279" y="4924425"/>
            <a:ext cx="325189" cy="28575"/>
          </a:xfrm>
          <a:prstGeom prst="roundRect">
            <a:avLst>
              <a:gd name="adj" fmla="val 50000"/>
            </a:avLst>
          </a:prstGeom>
          <a:solidFill>
            <a:srgbClr val="BD853F"/>
          </a:solidFill>
          <a:ln/>
        </p:spPr>
      </p:sp>
      <p:sp>
        <p:nvSpPr>
          <p:cNvPr id="82" name="Shape 80"/>
          <p:cNvSpPr/>
          <p:nvPr/>
        </p:nvSpPr>
        <p:spPr>
          <a:xfrm>
            <a:off x="1756618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83" name="Shape 81"/>
          <p:cNvSpPr/>
          <p:nvPr/>
        </p:nvSpPr>
        <p:spPr>
          <a:xfrm>
            <a:off x="2196108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84" name="Text 82"/>
          <p:cNvSpPr/>
          <p:nvPr/>
        </p:nvSpPr>
        <p:spPr>
          <a:xfrm>
            <a:off x="1823293" y="4219575"/>
            <a:ext cx="18395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2205633" y="417195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2205633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87" name="Shape 85"/>
          <p:cNvSpPr/>
          <p:nvPr/>
        </p:nvSpPr>
        <p:spPr>
          <a:xfrm>
            <a:off x="2645122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88" name="Text 86"/>
          <p:cNvSpPr/>
          <p:nvPr/>
        </p:nvSpPr>
        <p:spPr>
          <a:xfrm>
            <a:off x="2272308" y="4219575"/>
            <a:ext cx="2041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89" name="Shape 87"/>
          <p:cNvSpPr/>
          <p:nvPr/>
        </p:nvSpPr>
        <p:spPr>
          <a:xfrm>
            <a:off x="2272308" y="489346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90" name="Text 88"/>
          <p:cNvSpPr/>
          <p:nvPr/>
        </p:nvSpPr>
        <p:spPr>
          <a:xfrm>
            <a:off x="2415183" y="4862513"/>
            <a:ext cx="216545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15к</a:t>
            </a:r>
            <a:endParaRPr lang="en-US" sz="713" dirty="0"/>
          </a:p>
        </p:txBody>
      </p:sp>
      <p:sp>
        <p:nvSpPr>
          <p:cNvPr id="91" name="Shape 89"/>
          <p:cNvSpPr/>
          <p:nvPr/>
        </p:nvSpPr>
        <p:spPr>
          <a:xfrm>
            <a:off x="2654647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92" name="Shape 90"/>
          <p:cNvSpPr/>
          <p:nvPr/>
        </p:nvSpPr>
        <p:spPr>
          <a:xfrm>
            <a:off x="3094137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93" name="Text 91"/>
          <p:cNvSpPr/>
          <p:nvPr/>
        </p:nvSpPr>
        <p:spPr>
          <a:xfrm>
            <a:off x="2721322" y="421957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25" dirty="0"/>
          </a:p>
        </p:txBody>
      </p:sp>
      <p:sp>
        <p:nvSpPr>
          <p:cNvPr id="94" name="Shape 92"/>
          <p:cNvSpPr/>
          <p:nvPr/>
        </p:nvSpPr>
        <p:spPr>
          <a:xfrm>
            <a:off x="3103662" y="50196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95" name="Shape 93"/>
          <p:cNvSpPr/>
          <p:nvPr/>
        </p:nvSpPr>
        <p:spPr>
          <a:xfrm>
            <a:off x="3543151" y="41719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96" name="Text 94"/>
          <p:cNvSpPr/>
          <p:nvPr/>
        </p:nvSpPr>
        <p:spPr>
          <a:xfrm>
            <a:off x="3170337" y="421957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25" dirty="0"/>
          </a:p>
        </p:txBody>
      </p:sp>
      <p:sp>
        <p:nvSpPr>
          <p:cNvPr id="97" name="Shape 95"/>
          <p:cNvSpPr/>
          <p:nvPr/>
        </p:nvSpPr>
        <p:spPr>
          <a:xfrm>
            <a:off x="3170337" y="4924425"/>
            <a:ext cx="325189" cy="28575"/>
          </a:xfrm>
          <a:prstGeom prst="roundRect">
            <a:avLst>
              <a:gd name="adj" fmla="val 50000"/>
            </a:avLst>
          </a:prstGeom>
          <a:solidFill>
            <a:srgbClr val="BD853F"/>
          </a:solidFill>
          <a:ln/>
        </p:spPr>
      </p:sp>
      <p:sp>
        <p:nvSpPr>
          <p:cNvPr id="98" name="Shape 96"/>
          <p:cNvSpPr/>
          <p:nvPr/>
        </p:nvSpPr>
        <p:spPr>
          <a:xfrm>
            <a:off x="2234208" y="4457700"/>
            <a:ext cx="1289893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300883" y="4486275"/>
            <a:ext cx="3457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Игорь</a:t>
            </a:r>
            <a:endParaRPr lang="en-US" sz="788" dirty="0"/>
          </a:p>
        </p:txBody>
      </p:sp>
      <p:sp>
        <p:nvSpPr>
          <p:cNvPr id="100" name="Shape 98"/>
          <p:cNvSpPr/>
          <p:nvPr/>
        </p:nvSpPr>
        <p:spPr>
          <a:xfrm>
            <a:off x="409575" y="5029200"/>
            <a:ext cx="449014" cy="857250"/>
          </a:xfrm>
          <a:prstGeom prst="rect">
            <a:avLst/>
          </a:prstGeom>
          <a:solidFill>
            <a:srgbClr val="BA4545">
              <a:alpha val="1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09575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49064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3" name="Text 101"/>
          <p:cNvSpPr/>
          <p:nvPr/>
        </p:nvSpPr>
        <p:spPr>
          <a:xfrm>
            <a:off x="476250" y="5076825"/>
            <a:ext cx="2043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75" dirty="0"/>
          </a:p>
        </p:txBody>
      </p:sp>
      <p:sp>
        <p:nvSpPr>
          <p:cNvPr id="104" name="Shape 102"/>
          <p:cNvSpPr/>
          <p:nvPr/>
        </p:nvSpPr>
        <p:spPr>
          <a:xfrm>
            <a:off x="858589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298079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6" name="Text 104"/>
          <p:cNvSpPr/>
          <p:nvPr/>
        </p:nvSpPr>
        <p:spPr>
          <a:xfrm>
            <a:off x="925264" y="5076825"/>
            <a:ext cx="206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75" dirty="0"/>
          </a:p>
        </p:txBody>
      </p:sp>
      <p:sp>
        <p:nvSpPr>
          <p:cNvPr id="107" name="Shape 105"/>
          <p:cNvSpPr/>
          <p:nvPr/>
        </p:nvSpPr>
        <p:spPr>
          <a:xfrm>
            <a:off x="1307604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747093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09" name="Text 107"/>
          <p:cNvSpPr/>
          <p:nvPr/>
        </p:nvSpPr>
        <p:spPr>
          <a:xfrm>
            <a:off x="1374279" y="5076825"/>
            <a:ext cx="1994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75" dirty="0"/>
          </a:p>
        </p:txBody>
      </p:sp>
      <p:sp>
        <p:nvSpPr>
          <p:cNvPr id="110" name="Shape 108"/>
          <p:cNvSpPr/>
          <p:nvPr/>
        </p:nvSpPr>
        <p:spPr>
          <a:xfrm>
            <a:off x="1756618" y="502920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756618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196108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13" name="Text 111"/>
          <p:cNvSpPr/>
          <p:nvPr/>
        </p:nvSpPr>
        <p:spPr>
          <a:xfrm>
            <a:off x="1823293" y="5076825"/>
            <a:ext cx="2058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75" dirty="0"/>
          </a:p>
        </p:txBody>
      </p:sp>
      <p:sp>
        <p:nvSpPr>
          <p:cNvPr id="114" name="Shape 112"/>
          <p:cNvSpPr/>
          <p:nvPr/>
        </p:nvSpPr>
        <p:spPr>
          <a:xfrm>
            <a:off x="1823293" y="57507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15" name="Text 113"/>
          <p:cNvSpPr/>
          <p:nvPr/>
        </p:nvSpPr>
        <p:spPr>
          <a:xfrm>
            <a:off x="1966168" y="5719763"/>
            <a:ext cx="29200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16.8к</a:t>
            </a:r>
            <a:endParaRPr lang="en-US" sz="713" dirty="0"/>
          </a:p>
        </p:txBody>
      </p:sp>
      <p:sp>
        <p:nvSpPr>
          <p:cNvPr id="116" name="Shape 114"/>
          <p:cNvSpPr/>
          <p:nvPr/>
        </p:nvSpPr>
        <p:spPr>
          <a:xfrm>
            <a:off x="1823293" y="5631656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17" name="Text 115"/>
          <p:cNvSpPr/>
          <p:nvPr/>
        </p:nvSpPr>
        <p:spPr>
          <a:xfrm>
            <a:off x="1966168" y="5600700"/>
            <a:ext cx="16624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5к</a:t>
            </a:r>
            <a:endParaRPr lang="en-US" sz="713" dirty="0"/>
          </a:p>
        </p:txBody>
      </p:sp>
      <p:sp>
        <p:nvSpPr>
          <p:cNvPr id="118" name="Shape 116"/>
          <p:cNvSpPr/>
          <p:nvPr/>
        </p:nvSpPr>
        <p:spPr>
          <a:xfrm>
            <a:off x="2205633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645122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20" name="Text 118"/>
          <p:cNvSpPr/>
          <p:nvPr/>
        </p:nvSpPr>
        <p:spPr>
          <a:xfrm>
            <a:off x="2272308" y="5076825"/>
            <a:ext cx="206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75" dirty="0"/>
          </a:p>
        </p:txBody>
      </p:sp>
      <p:sp>
        <p:nvSpPr>
          <p:cNvPr id="121" name="Shape 119"/>
          <p:cNvSpPr/>
          <p:nvPr/>
        </p:nvSpPr>
        <p:spPr>
          <a:xfrm>
            <a:off x="2654647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22" name="Shape 120"/>
          <p:cNvSpPr/>
          <p:nvPr/>
        </p:nvSpPr>
        <p:spPr>
          <a:xfrm>
            <a:off x="3094137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23" name="Text 121"/>
          <p:cNvSpPr/>
          <p:nvPr/>
        </p:nvSpPr>
        <p:spPr>
          <a:xfrm>
            <a:off x="2721322" y="507682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25" dirty="0"/>
          </a:p>
        </p:txBody>
      </p:sp>
      <p:sp>
        <p:nvSpPr>
          <p:cNvPr id="124" name="Shape 122"/>
          <p:cNvSpPr/>
          <p:nvPr/>
        </p:nvSpPr>
        <p:spPr>
          <a:xfrm>
            <a:off x="3103662" y="5029200"/>
            <a:ext cx="449014" cy="857250"/>
          </a:xfrm>
          <a:prstGeom prst="rect">
            <a:avLst/>
          </a:prstGeom>
          <a:solidFill>
            <a:srgbClr val="BA4545">
              <a:alpha val="1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3103662" y="58769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26" name="Shape 124"/>
          <p:cNvSpPr/>
          <p:nvPr/>
        </p:nvSpPr>
        <p:spPr>
          <a:xfrm>
            <a:off x="3543151" y="50292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27" name="Text 125"/>
          <p:cNvSpPr/>
          <p:nvPr/>
        </p:nvSpPr>
        <p:spPr>
          <a:xfrm>
            <a:off x="3170337" y="507682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25" dirty="0"/>
          </a:p>
        </p:txBody>
      </p:sp>
      <p:sp>
        <p:nvSpPr>
          <p:cNvPr id="128" name="Shape 126"/>
          <p:cNvSpPr/>
          <p:nvPr/>
        </p:nvSpPr>
        <p:spPr>
          <a:xfrm>
            <a:off x="438150" y="5314950"/>
            <a:ext cx="391864" cy="171450"/>
          </a:xfrm>
          <a:prstGeom prst="rect">
            <a:avLst/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504825" y="5343525"/>
            <a:ext cx="3347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Игорь</a:t>
            </a:r>
            <a:endParaRPr lang="en-US" sz="788" dirty="0"/>
          </a:p>
        </p:txBody>
      </p:sp>
      <p:sp>
        <p:nvSpPr>
          <p:cNvPr id="130" name="Shape 128"/>
          <p:cNvSpPr/>
          <p:nvPr/>
        </p:nvSpPr>
        <p:spPr>
          <a:xfrm>
            <a:off x="1785193" y="5314950"/>
            <a:ext cx="1738908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1851868" y="5343525"/>
            <a:ext cx="7939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Котовых</a:t>
            </a:r>
            <a:endParaRPr lang="en-US" sz="788" dirty="0"/>
          </a:p>
        </p:txBody>
      </p:sp>
      <p:sp>
        <p:nvSpPr>
          <p:cNvPr id="132" name="Shape 130"/>
          <p:cNvSpPr/>
          <p:nvPr/>
        </p:nvSpPr>
        <p:spPr>
          <a:xfrm>
            <a:off x="409575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33" name="Shape 131"/>
          <p:cNvSpPr/>
          <p:nvPr/>
        </p:nvSpPr>
        <p:spPr>
          <a:xfrm>
            <a:off x="849064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47675" y="5924550"/>
            <a:ext cx="200025" cy="200025"/>
          </a:xfrm>
          <a:prstGeom prst="ellipse">
            <a:avLst/>
          </a:prstGeom>
          <a:solidFill>
            <a:srgbClr val="BD6440"/>
          </a:solidFill>
          <a:ln/>
        </p:spPr>
      </p:sp>
      <p:sp>
        <p:nvSpPr>
          <p:cNvPr id="135" name="Text 133"/>
          <p:cNvSpPr/>
          <p:nvPr/>
        </p:nvSpPr>
        <p:spPr>
          <a:xfrm>
            <a:off x="479524" y="5948363"/>
            <a:ext cx="2125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476250" y="660796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37" name="Text 135"/>
          <p:cNvSpPr/>
          <p:nvPr/>
        </p:nvSpPr>
        <p:spPr>
          <a:xfrm>
            <a:off x="619125" y="6577013"/>
            <a:ext cx="16624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8к</a:t>
            </a:r>
            <a:endParaRPr lang="en-US" sz="713" dirty="0"/>
          </a:p>
        </p:txBody>
      </p:sp>
      <p:sp>
        <p:nvSpPr>
          <p:cNvPr id="138" name="Shape 136"/>
          <p:cNvSpPr/>
          <p:nvPr/>
        </p:nvSpPr>
        <p:spPr>
          <a:xfrm>
            <a:off x="858589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298079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40" name="Text 138"/>
          <p:cNvSpPr/>
          <p:nvPr/>
        </p:nvSpPr>
        <p:spPr>
          <a:xfrm>
            <a:off x="925264" y="5934075"/>
            <a:ext cx="22517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75" dirty="0"/>
          </a:p>
        </p:txBody>
      </p:sp>
      <p:sp>
        <p:nvSpPr>
          <p:cNvPr id="141" name="Shape 139"/>
          <p:cNvSpPr/>
          <p:nvPr/>
        </p:nvSpPr>
        <p:spPr>
          <a:xfrm>
            <a:off x="1307604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747093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43" name="Text 141"/>
          <p:cNvSpPr/>
          <p:nvPr/>
        </p:nvSpPr>
        <p:spPr>
          <a:xfrm>
            <a:off x="1374279" y="5934075"/>
            <a:ext cx="2254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75" dirty="0"/>
          </a:p>
        </p:txBody>
      </p:sp>
      <p:sp>
        <p:nvSpPr>
          <p:cNvPr id="144" name="Shape 142"/>
          <p:cNvSpPr/>
          <p:nvPr/>
        </p:nvSpPr>
        <p:spPr>
          <a:xfrm>
            <a:off x="1756618" y="588645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1756618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196108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47" name="Text 145"/>
          <p:cNvSpPr/>
          <p:nvPr/>
        </p:nvSpPr>
        <p:spPr>
          <a:xfrm>
            <a:off x="1823293" y="5934075"/>
            <a:ext cx="22443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75" dirty="0"/>
          </a:p>
        </p:txBody>
      </p:sp>
      <p:sp>
        <p:nvSpPr>
          <p:cNvPr id="148" name="Shape 146"/>
          <p:cNvSpPr/>
          <p:nvPr/>
        </p:nvSpPr>
        <p:spPr>
          <a:xfrm>
            <a:off x="1823293" y="660796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49" name="Text 147"/>
          <p:cNvSpPr/>
          <p:nvPr/>
        </p:nvSpPr>
        <p:spPr>
          <a:xfrm>
            <a:off x="1966168" y="6577013"/>
            <a:ext cx="216545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19к</a:t>
            </a:r>
            <a:endParaRPr lang="en-US" sz="713" dirty="0"/>
          </a:p>
        </p:txBody>
      </p:sp>
      <p:sp>
        <p:nvSpPr>
          <p:cNvPr id="150" name="Shape 148"/>
          <p:cNvSpPr/>
          <p:nvPr/>
        </p:nvSpPr>
        <p:spPr>
          <a:xfrm>
            <a:off x="2205633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645122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2" name="Text 150"/>
          <p:cNvSpPr/>
          <p:nvPr/>
        </p:nvSpPr>
        <p:spPr>
          <a:xfrm>
            <a:off x="2272308" y="5934075"/>
            <a:ext cx="2265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75" dirty="0"/>
          </a:p>
        </p:txBody>
      </p:sp>
      <p:sp>
        <p:nvSpPr>
          <p:cNvPr id="153" name="Shape 151"/>
          <p:cNvSpPr/>
          <p:nvPr/>
        </p:nvSpPr>
        <p:spPr>
          <a:xfrm>
            <a:off x="2654647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094137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5" name="Text 153"/>
          <p:cNvSpPr/>
          <p:nvPr/>
        </p:nvSpPr>
        <p:spPr>
          <a:xfrm>
            <a:off x="2721322" y="593407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25" dirty="0"/>
          </a:p>
        </p:txBody>
      </p:sp>
      <p:sp>
        <p:nvSpPr>
          <p:cNvPr id="156" name="Shape 154"/>
          <p:cNvSpPr/>
          <p:nvPr/>
        </p:nvSpPr>
        <p:spPr>
          <a:xfrm>
            <a:off x="3103662" y="5886450"/>
            <a:ext cx="449014" cy="857250"/>
          </a:xfrm>
          <a:prstGeom prst="rect">
            <a:avLst/>
          </a:prstGeom>
          <a:solidFill>
            <a:srgbClr val="BA4545">
              <a:alpha val="1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3103662" y="673417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8" name="Shape 156"/>
          <p:cNvSpPr/>
          <p:nvPr/>
        </p:nvSpPr>
        <p:spPr>
          <a:xfrm>
            <a:off x="3543151" y="588645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59" name="Text 157"/>
          <p:cNvSpPr/>
          <p:nvPr/>
        </p:nvSpPr>
        <p:spPr>
          <a:xfrm>
            <a:off x="3170337" y="5934075"/>
            <a:ext cx="23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0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25" dirty="0"/>
          </a:p>
        </p:txBody>
      </p:sp>
      <p:sp>
        <p:nvSpPr>
          <p:cNvPr id="160" name="Shape 158"/>
          <p:cNvSpPr/>
          <p:nvPr/>
        </p:nvSpPr>
        <p:spPr>
          <a:xfrm>
            <a:off x="1785193" y="6172200"/>
            <a:ext cx="1738908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161" name="Text 159"/>
          <p:cNvSpPr/>
          <p:nvPr/>
        </p:nvSpPr>
        <p:spPr>
          <a:xfrm>
            <a:off x="1851868" y="6200775"/>
            <a:ext cx="3820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Мария</a:t>
            </a:r>
            <a:endParaRPr lang="en-US" sz="788" dirty="0"/>
          </a:p>
        </p:txBody>
      </p:sp>
      <p:sp>
        <p:nvSpPr>
          <p:cNvPr id="162" name="Shape 160"/>
          <p:cNvSpPr/>
          <p:nvPr/>
        </p:nvSpPr>
        <p:spPr>
          <a:xfrm>
            <a:off x="409575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49064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64" name="Text 162"/>
          <p:cNvSpPr/>
          <p:nvPr/>
        </p:nvSpPr>
        <p:spPr>
          <a:xfrm>
            <a:off x="476250" y="6791325"/>
            <a:ext cx="2260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75" dirty="0"/>
          </a:p>
        </p:txBody>
      </p:sp>
      <p:sp>
        <p:nvSpPr>
          <p:cNvPr id="165" name="Shape 163"/>
          <p:cNvSpPr/>
          <p:nvPr/>
        </p:nvSpPr>
        <p:spPr>
          <a:xfrm>
            <a:off x="476250" y="74652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66" name="Text 164"/>
          <p:cNvSpPr/>
          <p:nvPr/>
        </p:nvSpPr>
        <p:spPr>
          <a:xfrm>
            <a:off x="619125" y="7434263"/>
            <a:ext cx="16624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6к</a:t>
            </a:r>
            <a:endParaRPr lang="en-US" sz="713" dirty="0"/>
          </a:p>
        </p:txBody>
      </p:sp>
      <p:sp>
        <p:nvSpPr>
          <p:cNvPr id="167" name="Shape 165"/>
          <p:cNvSpPr/>
          <p:nvPr/>
        </p:nvSpPr>
        <p:spPr>
          <a:xfrm>
            <a:off x="858589" y="6743700"/>
            <a:ext cx="449014" cy="857250"/>
          </a:xfrm>
          <a:prstGeom prst="rect">
            <a:avLst/>
          </a:prstGeom>
          <a:solidFill>
            <a:srgbClr val="406D52">
              <a:alpha val="11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858589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298079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70" name="Text 168"/>
          <p:cNvSpPr/>
          <p:nvPr/>
        </p:nvSpPr>
        <p:spPr>
          <a:xfrm>
            <a:off x="925264" y="6791325"/>
            <a:ext cx="2311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75" dirty="0"/>
          </a:p>
        </p:txBody>
      </p:sp>
      <p:sp>
        <p:nvSpPr>
          <p:cNvPr id="171" name="Shape 169"/>
          <p:cNvSpPr/>
          <p:nvPr/>
        </p:nvSpPr>
        <p:spPr>
          <a:xfrm>
            <a:off x="925264" y="74652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72" name="Text 170"/>
          <p:cNvSpPr/>
          <p:nvPr/>
        </p:nvSpPr>
        <p:spPr>
          <a:xfrm>
            <a:off x="1068139" y="7434263"/>
            <a:ext cx="216545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18к</a:t>
            </a:r>
            <a:endParaRPr lang="en-US" sz="713" dirty="0"/>
          </a:p>
        </p:txBody>
      </p:sp>
      <p:sp>
        <p:nvSpPr>
          <p:cNvPr id="173" name="Shape 171"/>
          <p:cNvSpPr/>
          <p:nvPr/>
        </p:nvSpPr>
        <p:spPr>
          <a:xfrm>
            <a:off x="1307604" y="6743700"/>
            <a:ext cx="449014" cy="857250"/>
          </a:xfrm>
          <a:prstGeom prst="rect">
            <a:avLst/>
          </a:prstGeom>
          <a:solidFill>
            <a:srgbClr val="402020">
              <a:alpha val="3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1307604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747093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76" name="Text 174"/>
          <p:cNvSpPr/>
          <p:nvPr/>
        </p:nvSpPr>
        <p:spPr>
          <a:xfrm>
            <a:off x="1374279" y="6791325"/>
            <a:ext cx="1300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177" name="Shape 175"/>
          <p:cNvSpPr/>
          <p:nvPr/>
        </p:nvSpPr>
        <p:spPr>
          <a:xfrm>
            <a:off x="1374279" y="7465219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78" name="Text 176"/>
          <p:cNvSpPr/>
          <p:nvPr/>
        </p:nvSpPr>
        <p:spPr>
          <a:xfrm>
            <a:off x="1517154" y="7434263"/>
            <a:ext cx="16624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6к</a:t>
            </a:r>
            <a:endParaRPr lang="en-US" sz="713" dirty="0"/>
          </a:p>
        </p:txBody>
      </p:sp>
      <p:sp>
        <p:nvSpPr>
          <p:cNvPr id="179" name="Shape 177"/>
          <p:cNvSpPr/>
          <p:nvPr/>
        </p:nvSpPr>
        <p:spPr>
          <a:xfrm>
            <a:off x="1374279" y="7346156"/>
            <a:ext cx="104775" cy="28575"/>
          </a:xfrm>
          <a:prstGeom prst="roundRect">
            <a:avLst>
              <a:gd name="adj" fmla="val 50000"/>
            </a:avLst>
          </a:prstGeom>
          <a:solidFill>
            <a:srgbClr val="3D7050"/>
          </a:solidFill>
          <a:ln/>
        </p:spPr>
      </p:sp>
      <p:sp>
        <p:nvSpPr>
          <p:cNvPr id="180" name="Text 178"/>
          <p:cNvSpPr/>
          <p:nvPr/>
        </p:nvSpPr>
        <p:spPr>
          <a:xfrm>
            <a:off x="1517154" y="7315200"/>
            <a:ext cx="166241" cy="1285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dirty="0">
                <a:solidFill>
                  <a:srgbClr val="3D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4к</a:t>
            </a:r>
            <a:endParaRPr lang="en-US" sz="713" dirty="0"/>
          </a:p>
        </p:txBody>
      </p:sp>
      <p:sp>
        <p:nvSpPr>
          <p:cNvPr id="181" name="Shape 179"/>
          <p:cNvSpPr/>
          <p:nvPr/>
        </p:nvSpPr>
        <p:spPr>
          <a:xfrm>
            <a:off x="1756618" y="6743700"/>
            <a:ext cx="449014" cy="857250"/>
          </a:xfrm>
          <a:prstGeom prst="rect">
            <a:avLst/>
          </a:prstGeom>
          <a:solidFill>
            <a:srgbClr val="402020">
              <a:alpha val="3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1756618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83" name="Shape 181"/>
          <p:cNvSpPr/>
          <p:nvPr/>
        </p:nvSpPr>
        <p:spPr>
          <a:xfrm>
            <a:off x="2196108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84" name="Text 182"/>
          <p:cNvSpPr/>
          <p:nvPr/>
        </p:nvSpPr>
        <p:spPr>
          <a:xfrm>
            <a:off x="1823293" y="6791325"/>
            <a:ext cx="1503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85" name="Shape 183"/>
          <p:cNvSpPr/>
          <p:nvPr/>
        </p:nvSpPr>
        <p:spPr>
          <a:xfrm>
            <a:off x="2205633" y="6743700"/>
            <a:ext cx="449014" cy="857250"/>
          </a:xfrm>
          <a:prstGeom prst="rect">
            <a:avLst/>
          </a:prstGeom>
          <a:solidFill>
            <a:srgbClr val="402020">
              <a:alpha val="3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2205633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87" name="Shape 185"/>
          <p:cNvSpPr/>
          <p:nvPr/>
        </p:nvSpPr>
        <p:spPr>
          <a:xfrm>
            <a:off x="2645122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88" name="Text 186"/>
          <p:cNvSpPr/>
          <p:nvPr/>
        </p:nvSpPr>
        <p:spPr>
          <a:xfrm>
            <a:off x="2272308" y="6791325"/>
            <a:ext cx="1513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766D66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89" name="Shape 187"/>
          <p:cNvSpPr/>
          <p:nvPr/>
        </p:nvSpPr>
        <p:spPr>
          <a:xfrm>
            <a:off x="2654647" y="6743700"/>
            <a:ext cx="449014" cy="857250"/>
          </a:xfrm>
          <a:prstGeom prst="rect">
            <a:avLst/>
          </a:prstGeom>
          <a:solidFill>
            <a:srgbClr val="402020">
              <a:alpha val="3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2654647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91" name="Shape 189"/>
          <p:cNvSpPr/>
          <p:nvPr/>
        </p:nvSpPr>
        <p:spPr>
          <a:xfrm>
            <a:off x="3094137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92" name="Text 190"/>
          <p:cNvSpPr/>
          <p:nvPr/>
        </p:nvSpPr>
        <p:spPr>
          <a:xfrm>
            <a:off x="2721322" y="6791325"/>
            <a:ext cx="1556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766D66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193" name="Shape 191"/>
          <p:cNvSpPr/>
          <p:nvPr/>
        </p:nvSpPr>
        <p:spPr>
          <a:xfrm>
            <a:off x="3103662" y="6743700"/>
            <a:ext cx="449014" cy="857250"/>
          </a:xfrm>
          <a:prstGeom prst="rect">
            <a:avLst/>
          </a:prstGeom>
          <a:solidFill>
            <a:srgbClr val="402020">
              <a:alpha val="3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3103662" y="7591425"/>
            <a:ext cx="449014" cy="9525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95" name="Shape 193"/>
          <p:cNvSpPr/>
          <p:nvPr/>
        </p:nvSpPr>
        <p:spPr>
          <a:xfrm>
            <a:off x="3543151" y="6743700"/>
            <a:ext cx="9525" cy="857250"/>
          </a:xfrm>
          <a:prstGeom prst="rect">
            <a:avLst/>
          </a:prstGeom>
          <a:solidFill>
            <a:srgbClr val="E4DFD7"/>
          </a:solidFill>
          <a:ln/>
        </p:spPr>
      </p:sp>
      <p:sp>
        <p:nvSpPr>
          <p:cNvPr id="196" name="Text 194"/>
          <p:cNvSpPr/>
          <p:nvPr/>
        </p:nvSpPr>
        <p:spPr>
          <a:xfrm>
            <a:off x="3170337" y="6791325"/>
            <a:ext cx="1556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766D66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197" name="Shape 195"/>
          <p:cNvSpPr/>
          <p:nvPr/>
        </p:nvSpPr>
        <p:spPr>
          <a:xfrm>
            <a:off x="887164" y="7029450"/>
            <a:ext cx="1289893" cy="17145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19050" dist="9525" dir="5400000">
              <a:srgbClr val="281E14">
                <a:alpha val="18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953839" y="7058025"/>
            <a:ext cx="4633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</a:t>
            </a:r>
            <a:endParaRPr lang="en-US" sz="788" dirty="0"/>
          </a:p>
        </p:txBody>
      </p:sp>
      <p:sp>
        <p:nvSpPr>
          <p:cNvPr id="199" name="Shape 197"/>
          <p:cNvSpPr/>
          <p:nvPr/>
        </p:nvSpPr>
        <p:spPr>
          <a:xfrm>
            <a:off x="977354" y="7796212"/>
            <a:ext cx="171450" cy="76200"/>
          </a:xfrm>
          <a:prstGeom prst="roundRect">
            <a:avLst>
              <a:gd name="adj" fmla="val 50000"/>
            </a:avLst>
          </a:prstGeom>
          <a:solidFill>
            <a:srgbClr val="BD6440"/>
          </a:solidFill>
          <a:ln/>
        </p:spPr>
      </p:sp>
      <p:sp>
        <p:nvSpPr>
          <p:cNvPr id="200" name="Text 198"/>
          <p:cNvSpPr/>
          <p:nvPr/>
        </p:nvSpPr>
        <p:spPr>
          <a:xfrm>
            <a:off x="1205954" y="7753350"/>
            <a:ext cx="414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Бронь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1697087" y="7791450"/>
            <a:ext cx="85725" cy="85725"/>
          </a:xfrm>
          <a:prstGeom prst="roundRect">
            <a:avLst>
              <a:gd name="adj" fmla="val 33333"/>
            </a:avLst>
          </a:prstGeom>
          <a:solidFill>
            <a:srgbClr val="3D7050"/>
          </a:solidFill>
          <a:ln/>
        </p:spPr>
      </p:sp>
      <p:sp>
        <p:nvSpPr>
          <p:cNvPr id="202" name="Text 200"/>
          <p:cNvSpPr/>
          <p:nvPr/>
        </p:nvSpPr>
        <p:spPr>
          <a:xfrm>
            <a:off x="1839962" y="7753350"/>
            <a:ext cx="4256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2341811" y="7791450"/>
            <a:ext cx="85725" cy="85725"/>
          </a:xfrm>
          <a:prstGeom prst="roundRect">
            <a:avLst>
              <a:gd name="adj" fmla="val 33333"/>
            </a:avLst>
          </a:prstGeom>
          <a:solidFill>
            <a:srgbClr val="BD853F"/>
          </a:solidFill>
          <a:ln/>
        </p:spPr>
      </p:sp>
      <p:sp>
        <p:nvSpPr>
          <p:cNvPr id="204" name="Text 202"/>
          <p:cNvSpPr/>
          <p:nvPr/>
        </p:nvSpPr>
        <p:spPr>
          <a:xfrm>
            <a:off x="2484686" y="7753350"/>
            <a:ext cx="5668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Событие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2905125" y="7639050"/>
            <a:ext cx="571500" cy="571500"/>
          </a:xfrm>
          <a:prstGeom prst="roundRect">
            <a:avLst>
              <a:gd name="adj" fmla="val 35000"/>
            </a:avLst>
          </a:prstGeom>
          <a:solidFill>
            <a:srgbClr val="BD6440"/>
          </a:solidFill>
          <a:ln/>
          <a:effectLst>
            <a:outerShdw sx="100000" sy="100000" kx="0" ky="0" algn="bl" rotWithShape="0" blurRad="266700" dist="133350" dir="5400000">
              <a:srgbClr val="000000">
                <a:alpha val="30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2924175" y="7648575"/>
            <a:ext cx="533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2026-06-22T19:14:18Z</dcterms:created>
  <dcterms:modified xsi:type="dcterms:W3CDTF">2026-06-22T19:14:18Z</dcterms:modified>
</cp:coreProperties>
</file>